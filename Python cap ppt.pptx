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y Jeslar" userId="5ad322a61380c5f1" providerId="LiveId" clId="{9095FB5B-A9FE-40A1-92CB-89AD701318F6}"/>
    <pc:docChg chg="modSld">
      <pc:chgData name="Antony Jeslar" userId="5ad322a61380c5f1" providerId="LiveId" clId="{9095FB5B-A9FE-40A1-92CB-89AD701318F6}" dt="2026-09-03T14:20:04.504" v="10" actId="1076"/>
      <pc:docMkLst>
        <pc:docMk/>
      </pc:docMkLst>
      <pc:sldChg chg="modSp mod">
        <pc:chgData name="Antony Jeslar" userId="5ad322a61380c5f1" providerId="LiveId" clId="{9095FB5B-A9FE-40A1-92CB-89AD701318F6}" dt="2026-09-03T14:20:04.504" v="10" actId="1076"/>
        <pc:sldMkLst>
          <pc:docMk/>
          <pc:sldMk cId="0" sldId="256"/>
        </pc:sldMkLst>
        <pc:spChg chg="mod">
          <ac:chgData name="Antony Jeslar" userId="5ad322a61380c5f1" providerId="LiveId" clId="{9095FB5B-A9FE-40A1-92CB-89AD701318F6}" dt="2026-09-03T14:20:04.504" v="1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ntony Jeslar" userId="5ad322a61380c5f1" providerId="LiveId" clId="{9095FB5B-A9FE-40A1-92CB-89AD701318F6}" dt="2026-09-03T14:15:23.003" v="9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Times New Roman"/>
              </a:rPr>
              <a:t>Unauthorized Access Attempts (Test Simulation)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Unauthorized Access Attempts</c:v>
                </c:pt>
              </c:strCache>
            </c:strRef>
          </c:tx>
          <c:spPr>
            <a:solidFill>
              <a:srgbClr val="A9B7C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D5-4906-959D-13DE8ABB2446}"/>
              </c:ext>
            </c:extLst>
          </c:dPt>
          <c:dPt>
            <c:idx val="1"/>
            <c:invertIfNegative val="0"/>
            <c:bubble3D val="0"/>
            <c:spPr>
              <a:solidFill>
                <a:srgbClr val="1F4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D5-4906-959D-13DE8ABB24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Without Master Password</c:v>
                </c:pt>
                <c:pt idx="1">
                  <c:v>With Master Password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D5-4906-959D-13DE8ABB24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68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ython-password-mana-ahh1.bolt.host/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914400" cy="91440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7432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3433" y="205740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of a Password Manager with Encryption Using Python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56616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Logith Krishna SJ (1973260001)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Antony Jeslar JA (1973260005)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Davis Defoe RJ (1925260037)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V Aadhithya (1972260019)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Siddhardha V (1965260034)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Programming</a:t>
            </a:r>
            <a:endParaRPr lang="en-US" sz="1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Date: 29/08/2026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Manually remembering or noting down passwords for multiple websites is insecure and hard to manage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people reuse weak passwords or store them in plain, unprotected notes and files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Purpose: build a lightweight, offline Python desktop application that securely stores and retrieves login credentials behind a master password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users to save website, username, and password entries through a simple GUI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 every stored password using a cipher combined with Base64 encoding before it touches disk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Restrict viewing and deleting of saved credentials behind a master password check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 all records locally in a lightweight text file, with no external database or internet dependency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3400" dirty="0"/>
          </a:p>
        </p:txBody>
      </p:sp>
      <p:graphicFrame>
        <p:nvGraphicFramePr>
          <p:cNvPr id="5" name="Literature Review Table"/>
          <p:cNvGraphicFramePr>
            <a:graphicFrameLocks noGrp="1"/>
          </p:cNvGraphicFramePr>
          <p:nvPr/>
        </p:nvGraphicFramePr>
        <p:xfrm>
          <a:off x="640080" y="1450000"/>
          <a:ext cx="10881000" cy="4610000"/>
        </p:xfrm>
        <a:graphic>
          <a:graphicData uri="http://schemas.openxmlformats.org/drawingml/2006/table">
            <a:tbl>
              <a:tblPr/>
              <a:tblGrid>
                <a:gridCol w="7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S.No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Research Paper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Author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Advantages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Disadvantages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Technology Used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Analysis on the Security and Use of Password Managers (IEEE PDCAT, 2017)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C. Luevanos et al.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Tests real open-source password managers against established attack techniques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All three managers tested were vulnerable to keylogger and clipboard attacks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Passbolt, Padlock, Encryptr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Proposal of a Password Manager Using Secret Sharing and a Personal Server (IEEE AINA, 2016)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M. Fukumitsu et al.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Removes single point of failure by splitting the master secret across shares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Needs a dedicated personal server, adding setup and maintenance overhead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Secret sharing, personal-server architecture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Study on Password Protection and Encryption in the era of Cyber Attacks (IEEE, 2024)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S. Chakraborty et al.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Randomly generated passwords are salted and hashed, with a decoy placeholder shown to the user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Placeholder approach adds complexity without removing reliance on hash strength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Salting, hashing, random password generation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Enhanced Password Manager using Hybrid Approach (IEEE, 2023)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P. Pandare et al.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Browser-extension form enables quick, single-click secure logins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Hybrid encryption adds processing overhead for large credential vaults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Hybrid encryption, browser extension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Building and Testing a Hidden-Password Online Password Manager (IEEE Trans. Info. Forensics &amp; Security, 2025)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M. Jubur et al.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Master password is never stored or exposed, even to the password manager itself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Depends on an online/cloud service to run the OPRF protocol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OPRF protocol, cloud-based architecture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Desktop GUI built with Python's Tkinter; encoding handled by the built-in base64 module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 approach: requirement analysis, GUI design, encryption logic, and testing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Credential data collected via Tkinter entry widgets and persisted as pipe-delimited records in passwords.txt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074920" y="2606040"/>
            <a:ext cx="2011680" cy="201168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074920" y="2606040"/>
            <a:ext cx="20116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822960" y="32461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 flipV="1">
            <a:off x="2377440" y="3611880"/>
            <a:ext cx="2697480" cy="18288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052560" y="11887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5256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 flipV="1">
            <a:off x="7086600" y="1572768"/>
            <a:ext cx="1965960" cy="1444752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052560" y="24231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05256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 flipV="1">
            <a:off x="7086600" y="2807208"/>
            <a:ext cx="1965960" cy="484632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52560" y="3657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5256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086600" y="3611880"/>
            <a:ext cx="1965960" cy="429768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052560" y="4892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52560" y="489204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Password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766560" y="4206240"/>
            <a:ext cx="2286000" cy="1069848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108960" y="49377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10896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Encrypted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(passwords.txt)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 flipH="1">
            <a:off x="5394960" y="4617720"/>
            <a:ext cx="182880" cy="32004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Save Password (Encryption &amp; Storage)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Captures website, username, and password using Tkinter entry widgets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Encrypts the password with a character-by-character XOR cipher against a secret key, then Base64-encodes the result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Appends each record as website|username|encrypted_password to passwords.txt</a:t>
            </a:r>
            <a:endParaRPr lang="en-US" sz="1900" dirty="0"/>
          </a:p>
        </p:txBody>
      </p:sp>
      <p:sp>
        <p:nvSpPr>
          <p:cNvPr id="6" name="Shape 2"/>
          <p:cNvSpPr/>
          <p:nvPr/>
        </p:nvSpPr>
        <p:spPr>
          <a:xfrm>
            <a:off x="822960" y="44805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480560"/>
            <a:ext cx="30175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(website, username, password)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840480" y="4937760"/>
            <a:ext cx="128016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120640" y="4480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2064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encrypt()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XOR + Base64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498080" y="4937760"/>
            <a:ext cx="128016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78240" y="44805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78240" y="448056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passwords.txt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(append record)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— Module 1: Save Password (Encryption &amp; Storage)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10881360" cy="5394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encrypt(text):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""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range(len(text)):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result + chr(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ord(text[i]) ^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ord(ENCRYPTION_KEY[i % len(ENCRYPTION_KEY)])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base64.b64encode(result.encode()).decode()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save_password():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website = website_entry.get()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= username_entry.get()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password_entry.get()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website == "" or username == "" or password == "":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messagebox.showwarning("Warning", "Please fill all fields.")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encrypted = encrypt(password)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open(FILE_NAME, "a") as file: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file.write(website + "|" + username + "|" + encrypted + "\n")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messagebox.showinfo("Success", "Password saved successfully!")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Module 1: Save Password (Encryption &amp; Storage)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143000"/>
            <a:ext cx="10881360" cy="5303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password_manager.py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Website:  gmail.com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logith.k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Password saved successfully!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passwords.txt -&gt;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gmail.com|logith.k|R1lXVVpUV1pRVw==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View &amp; Decrypt Passwords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Validates the entered master password before granting any access to stored credentials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passwords.txt line by line and reverses the process — Base64 decode followed by XOR — to recover each plain password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Displays all website, username, and password records in a scrollable Listbox popup window</a:t>
            </a:r>
            <a:endParaRPr lang="en-US" sz="1900" dirty="0"/>
          </a:p>
        </p:txBody>
      </p:sp>
      <p:sp>
        <p:nvSpPr>
          <p:cNvPr id="6" name="Shape 2"/>
          <p:cNvSpPr/>
          <p:nvPr/>
        </p:nvSpPr>
        <p:spPr>
          <a:xfrm>
            <a:off x="822960" y="4480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480560"/>
            <a:ext cx="26517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Password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474720" y="4937760"/>
            <a:ext cx="118872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663440" y="4480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6344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decrypt()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Base64 + XOR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040880" y="4937760"/>
            <a:ext cx="118872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0" y="44805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4480560"/>
            <a:ext cx="29260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Listbox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Window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— Module 2: View &amp; Decrypt Passwords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10881360" cy="5394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decrypt(text):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decoded = base64.b64decode(text).decode()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""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range(len(decoded)):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result + chr(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ord(decoded[i]) ^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ord(ENCRYPTION_KEY[i % len(ENCRYPTION_KEY)])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"Error"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view_passwords():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master = master_entry.get()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master != MASTER_PASSWORD: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44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messagebox.showerror("Error", "Wrong Master Password!")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open(FILE_NAME, "r") as file: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file: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website, username, encrypted = line.strip().split("|")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listbox.insert(tk.END, f"{website} | {username} | {decrypt(encrypted)}")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Module 2: View &amp; Decrypt Passwords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143000"/>
            <a:ext cx="10881360" cy="5303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Master Password: ********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Master password verified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 STORED PASSWORDS -----------------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Website: gmail.com   | Username: logith.k   | Password: MyPass@123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Website: github.com  | Username: logith-dev | Password: DevKey#456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Website: netflix.com | Username: logith_k   | Password: Stream!789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Delete Password &amp; Data Management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master password verification before listing any deletable records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Displays stored credentials in a popup Listbox with a DELETE SELECTED button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Confirms the action through a dialog, then rewrites passwords.txt excluding the removed record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CLEAR utility resets all entry fields on the main window in one click</a:t>
            </a:r>
            <a:endParaRPr lang="en-US" sz="1900" dirty="0"/>
          </a:p>
        </p:txBody>
      </p:sp>
      <p:sp>
        <p:nvSpPr>
          <p:cNvPr id="6" name="Shape 2"/>
          <p:cNvSpPr/>
          <p:nvPr/>
        </p:nvSpPr>
        <p:spPr>
          <a:xfrm>
            <a:off x="640080" y="4572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Password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108960" y="5029200"/>
            <a:ext cx="118872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4572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9768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 Delete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75120" y="5029200"/>
            <a:ext cx="118872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0" y="4572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6384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Rewrite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passwords.txt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0241280" y="5029200"/>
            <a:ext cx="914400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155680" y="457200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EAF1FB"/>
          </a:solidFill>
          <a:ln w="19050">
            <a:solidFill>
              <a:srgbClr val="1F4E8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155680" y="4572000"/>
            <a:ext cx="822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— Module 3: Delete Password &amp; Data Management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10881360" cy="5394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delete_password():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master = master_entry.get()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master != MASTER_PASSWORD: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44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messagebox.showerror("Error", "Wrong Master Password!")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 = []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open(FILE_NAME, "r") as file: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file: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listbox.insert(tk.END, line.strip())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records.append(line)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delete_selected():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selected = listbox.curselection()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selected: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messagebox.showwarning("Warning", "Please select a password.")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messagebox.askyesno("Confirm", "Delete this password?"):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 records[selected[0]]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open(FILE_NAME, "w") as file: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file.writelines(records)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listbox.delete(selected[0])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Module 3: Delete Password &amp; Data Management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143000"/>
            <a:ext cx="10881360" cy="5303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Master Password: ********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Master password verified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Selected: github.com | logith-dev | DevKey#456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 delete? [Yes]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Password deleted successfully!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passwords.txt now contains 2 records.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entirely in Python using Tkinter for the GUI and the built-in base64 module for encoding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password is encrypted with a per-character XOR cipher against a fixed secret key, then Base64-encoded before storage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credentials persist in a single flat file (passwords.txt) as pipe-delimited website|username|password records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hardcoded master password gates both the view and delete operations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operation validates that no field is left empty before writing to disk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0116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saved, viewed, and deleted sample credentials across multiple runs without data loss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password check correctly blocked every unauthorized view/delete attempt during testing</a:t>
            </a:r>
            <a:endParaRPr lang="en-US" sz="19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 and decryption produced matching plaintext in all round-trip test cases</a:t>
            </a:r>
            <a:endParaRPr lang="en-US" sz="1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926080" y="4023360"/>
          <a:ext cx="6400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Limitations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XOR-based encryption is not cryptographically strong compared to standards like AES or Fernet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master password and encryption key are hardcoded in the source file, which is a security risk if the code is exposed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the password field is encrypted; website and username are stored as plain text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password reset flow or multi-user support; a single shared master password controls all access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 the XOR cipher with industry-standard encryption such as Fernet or AES-256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the master password as a salted hash instead of comparing plain text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multi-user support with individually encrypted vaults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 storage from a flat text file to an encrypted SQLite database</a:t>
            </a:r>
            <a:endParaRPr lang="en-US" sz="20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 password strength meter and a strong-password generator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a functional, lightweight, offline password manager with a Python GUI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practical use of encryption, file handling, and GUI programming to solve a real security problem</a:t>
            </a:r>
            <a:endParaRPr lang="en-US" sz="22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Forms a solid foundation for future encryption and database-driven enhancements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"A Comparative Study of Modern Password Management Tools," IEEE Conference Publication, IEEE Xplore.</a:t>
            </a:r>
            <a:endParaRPr lang="en-US" sz="18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"Design and Implementation of a Secure Password Manager Using Symmetric Encryption," IEEE Conference Publication, IEEE Xplore.</a:t>
            </a:r>
            <a:endParaRPr lang="en-US" sz="18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"A Survey on Password Management and Authentication Techniques," IEEE Conference Publication, IEEE Xplore.</a:t>
            </a:r>
            <a:endParaRPr lang="en-US" sz="18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"Cryptographic Techniques for Secure Password Storage," IEEE Conference Publication, IEEE Xplore.</a:t>
            </a:r>
            <a:endParaRPr lang="en-US" sz="1800" dirty="0"/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"GUI-Based Application Development Using Python Tkinter," IEEE Conference Publication, IEEE Xplore.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hlinkClick r:id="rId5"/>
              </a:rPr>
              <a:t>https://python-password-mana-ahh1.bolt.host/</a:t>
            </a:r>
            <a:endParaRPr lang="en-US"/>
          </a:p>
          <a:p>
            <a:pPr algn="ctr"/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1839</Words>
  <Application>Microsoft Office PowerPoint</Application>
  <PresentationFormat>Widescreen</PresentationFormat>
  <Paragraphs>263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Antony Jeslar</cp:lastModifiedBy>
  <cp:revision>4</cp:revision>
  <dcterms:created xsi:type="dcterms:W3CDTF">2026-08-31T02:38:18Z</dcterms:created>
  <dcterms:modified xsi:type="dcterms:W3CDTF">2026-09-04T00:20:12Z</dcterms:modified>
</cp:coreProperties>
</file>